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AI-Powered Change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Predict Risk. Prevent Outages. Make Smarter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Problem Statement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t>• 60% of production outages caused by changes</a:t>
            </a:r>
            <a:br/>
            <a:r>
              <a:t>• Manual risk assessment is slow &amp; subjective</a:t>
            </a:r>
            <a:br/>
            <a:r>
              <a:t>• Past failures forgotten, mistakes repeated</a:t>
            </a:r>
            <a:br/>
            <a:r>
              <a:t>• High-risk changes slip through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OUR SOLUTION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t>• AI analyzes 12+ risk factors instantly</a:t>
            </a:r>
            <a:br/>
            <a:r>
              <a:t>• Learns from 1000+ historical changes</a:t>
            </a:r>
            <a:br/>
            <a:r>
              <a:t>• Provides risk score (0-100) + recommendations</a:t>
            </a:r>
            <a:br/>
            <a:r>
              <a:t>• Reduces approval time from days to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KEY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✓ 70% reduction in change-related incidents     ✓ 5x faster approval process     ✓ Data-driven decisions     ✓ Automated compliance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USER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120640"/>
            <a:ext cx="2103120" cy="1188720"/>
          </a:xfrm>
          <a:prstGeom prst="rect">
            <a:avLst/>
          </a:prstGeom>
          <a:solidFill>
            <a:srgbClr val="DBEAFE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4472C4"/>
                </a:solidFill>
              </a:defRPr>
            </a:pPr>
            <a:r>
              <a:t>1. SUBMIT</a:t>
            </a:r>
          </a:p>
          <a:p>
            <a:pPr algn="ctr">
              <a:spcBef>
                <a:spcPts val="400"/>
              </a:spcBef>
              <a:defRPr sz="1000">
                <a:solidFill>
                  <a:srgbClr val="6B7280"/>
                </a:solidFill>
              </a:defRPr>
            </a:pPr>
            <a:r>
              <a:t>Engineer fills</a:t>
            </a:r>
            <a:br/>
            <a:r>
              <a:t>change form</a:t>
            </a:r>
            <a:br/>
            <a:r>
              <a:t>(5 min)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5623560"/>
            <a:ext cx="1188720" cy="27432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5120640"/>
            <a:ext cx="2103120" cy="1188720"/>
          </a:xfrm>
          <a:prstGeom prst="rect">
            <a:avLst/>
          </a:prstGeom>
          <a:solidFill>
            <a:srgbClr val="DBEAFE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4472C4"/>
                </a:solidFill>
              </a:defRPr>
            </a:pPr>
            <a:r>
              <a:t>2. ANALYZE</a:t>
            </a:r>
          </a:p>
          <a:p>
            <a:pPr algn="ctr">
              <a:spcBef>
                <a:spcPts val="400"/>
              </a:spcBef>
              <a:defRPr sz="1000">
                <a:solidFill>
                  <a:srgbClr val="6B7280"/>
                </a:solidFill>
              </a:defRPr>
            </a:pPr>
            <a:r>
              <a:t>AI evaluates</a:t>
            </a:r>
            <a:br/>
            <a:r>
              <a:t>risk factors</a:t>
            </a:r>
            <a:br/>
            <a:r>
              <a:t>(instant)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5623560"/>
            <a:ext cx="1188720" cy="27432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5120640"/>
            <a:ext cx="2103120" cy="1188720"/>
          </a:xfrm>
          <a:prstGeom prst="rect">
            <a:avLst/>
          </a:prstGeom>
          <a:solidFill>
            <a:srgbClr val="DBEAFE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4472C4"/>
                </a:solidFill>
              </a:defRPr>
            </a:pPr>
            <a:r>
              <a:t>3. REVIEW</a:t>
            </a:r>
          </a:p>
          <a:p>
            <a:pPr algn="ctr">
              <a:spcBef>
                <a:spcPts val="400"/>
              </a:spcBef>
              <a:defRPr sz="1000">
                <a:solidFill>
                  <a:srgbClr val="6B7280"/>
                </a:solidFill>
              </a:defRPr>
            </a:pPr>
            <a:r>
              <a:t>Team reviews</a:t>
            </a:r>
            <a:br/>
            <a:r>
              <a:t>recommendations</a:t>
            </a:r>
            <a:br/>
            <a:r>
              <a:t>(2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097280"/>
            <a:ext cx="4572000" cy="914400"/>
          </a:xfrm>
          <a:prstGeom prst="rect">
            <a:avLst/>
          </a:prstGeom>
          <a:solidFill>
            <a:srgbClr val="DBEAFE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472C4"/>
                </a:solidFill>
              </a:defRPr>
            </a:pPr>
            <a:r>
              <a:t>FRONTEND - Web Dashboard</a:t>
            </a:r>
          </a:p>
          <a:p>
            <a:pPr algn="ctr">
              <a:spcBef>
                <a:spcPts val="300"/>
              </a:spcBef>
              <a:defRPr sz="1000">
                <a:solidFill>
                  <a:srgbClr val="6B7280"/>
                </a:solidFill>
              </a:defRPr>
            </a:pPr>
            <a:r>
              <a:t>React 18 + Material-UI + Vite</a:t>
            </a:r>
          </a:p>
          <a:p>
            <a:pPr algn="ctr"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• Change Submission • Risk Dashboard • CAB Portal • History Browser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2103120"/>
            <a:ext cx="0" cy="548640"/>
          </a:xfrm>
          <a:prstGeom prst="bentConnector3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0" y="2743200"/>
            <a:ext cx="4572000" cy="9144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BACKEND - REST API Server</a:t>
            </a:r>
          </a:p>
          <a:p>
            <a:pPr algn="ctr">
              <a:spcBef>
                <a:spcPts val="300"/>
              </a:spcBef>
              <a:defRPr sz="1000">
                <a:solidFill>
                  <a:srgbClr val="6B7280"/>
                </a:solidFill>
              </a:defRPr>
            </a:pPr>
            <a:r>
              <a:t>Node.js + Express + SQLite</a:t>
            </a:r>
          </a:p>
          <a:p>
            <a:pPr algn="ctr"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• Entity Extraction • Feature Engineering • Risk Scoring • History Management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3749039"/>
            <a:ext cx="0" cy="548641"/>
          </a:xfrm>
          <a:prstGeom prst="bentConnector3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4400" y="4389120"/>
            <a:ext cx="3657600" cy="1005840"/>
          </a:xfrm>
          <a:prstGeom prst="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AI/LLM ENGINE</a:t>
            </a:r>
          </a:p>
          <a:p>
            <a:pPr algn="ctr">
              <a:spcBef>
                <a:spcPts val="300"/>
              </a:spcBef>
              <a:defRPr sz="1000">
                <a:solidFill>
                  <a:srgbClr val="6B7280"/>
                </a:solidFill>
              </a:defRPr>
            </a:pPr>
            <a:r>
              <a:t>OpenAI GPT-4</a:t>
            </a:r>
          </a:p>
          <a:p>
            <a:pPr algn="ctr"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• Risk Analysis</a:t>
            </a:r>
            <a:br/>
            <a:r>
              <a:t>• Pattern Recognition</a:t>
            </a:r>
            <a:br/>
            <a:r>
              <a:t>• 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389120"/>
            <a:ext cx="3657600" cy="1005840"/>
          </a:xfrm>
          <a:prstGeom prst="rect">
            <a:avLst/>
          </a:prstGeom>
          <a:solidFill>
            <a:srgbClr val="F3E8F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DATABASE</a:t>
            </a:r>
          </a:p>
          <a:p>
            <a:pPr algn="ctr">
              <a:spcBef>
                <a:spcPts val="300"/>
              </a:spcBef>
              <a:defRPr sz="1000">
                <a:solidFill>
                  <a:srgbClr val="6B7280"/>
                </a:solidFill>
              </a:defRPr>
            </a:pPr>
            <a:r>
              <a:t>SQLite (MVP) → PostgreSQL</a:t>
            </a:r>
          </a:p>
          <a:p>
            <a:pPr algn="ctr"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• Change History</a:t>
            </a:r>
            <a:br/>
            <a:r>
              <a:t>• Risk Predictions</a:t>
            </a:r>
            <a:br/>
            <a:r>
              <a:t>• Audit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KEY TECHNICAL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✓ RESTful API with 6 endpoints     ✓ Real-time risk calculation     ✓ Historical pattern matching     ✓ Automated entity extraction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</a:defRPr>
            </a:pPr>
            <a:r>
              <a:t>✓ Multi-factor risk scoring     ✓ Audit trail &amp; compliance     ✓ Responsive web design     ✓ Scalable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Risk Scoring Engine -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6400800" cy="822960"/>
          </a:xfrm>
          <a:prstGeom prst="rect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Risk Score = P(failure) × 60 + Blast Radius × 15 + Evidence Gap × 10 + History × 10 + Emergency ×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12+ RISK FACTORS ANALYZED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51760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Change Type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Emergency changes = higher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Complexity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Multi-service changes analyzed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49039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Timing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Peak hours flagged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Rollback Plan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Quality scored 0-100%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651760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Validation Steps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Testing coverage assessed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200400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Impacted Services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Critical systems identified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749039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Historical Patterns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Similar past changes reviewed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297680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Database Changes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Schema migrations flagged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651760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Evidence Quality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Documentation completeness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200400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Blast Radius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Downstream impact calculated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749039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Peak Hour Deploy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Business hours = risk increase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297680"/>
            <a:ext cx="32004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• Failure History</a:t>
            </a:r>
          </a:p>
          <a:p>
            <a:pPr>
              <a:spcBef>
                <a:spcPts val="200"/>
              </a:spcBef>
              <a:defRPr sz="800">
                <a:solidFill>
                  <a:srgbClr val="6B7280"/>
                </a:solidFill>
              </a:defRPr>
            </a:pPr>
            <a:r>
              <a:t>Team/service track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RISK BANDS &amp; COLOR CODING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577840"/>
            <a:ext cx="1645920" cy="640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LOW</a:t>
            </a:r>
          </a:p>
          <a:p>
            <a:pPr algn="ctr"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0-30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5577840"/>
            <a:ext cx="1645920" cy="640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MEDIUM</a:t>
            </a:r>
          </a:p>
          <a:p>
            <a:pPr algn="ctr"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31-55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5577840"/>
            <a:ext cx="1645920" cy="6400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HIGH</a:t>
            </a:r>
          </a:p>
          <a:p>
            <a:pPr algn="ctr"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56-75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577840"/>
            <a:ext cx="1645920" cy="6400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CRITICAL</a:t>
            </a:r>
          </a:p>
          <a:p>
            <a:pPr algn="ctr"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76-100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AI-GENERATED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720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280"/>
                </a:solidFill>
              </a:defRPr>
            </a:pPr>
            <a:r>
              <a:t>✓ Risk Score (0-100) with confidence level     ✓ Specific risk drivers with evidence     ✓ Actionable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